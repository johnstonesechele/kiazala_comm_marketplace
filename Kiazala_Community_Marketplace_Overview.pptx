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8A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1D"/>
                </a:solidFill>
                <a:latin typeface="Georgia"/>
              </a:defRPr>
            </a:pPr>
            <a:r>
              <a:rPr dirty="0" err="1"/>
              <a:t>Kiazala</a:t>
            </a:r>
            <a:r>
              <a:rPr dirty="0"/>
              <a:t> Community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1018520" cy="4754880"/>
          </a:xfrm>
          <a:prstGeom prst="roundRect">
            <a:avLst/>
          </a:prstGeom>
          <a:solidFill>
            <a:srgbClr val="FFFDF6"/>
          </a:solidFill>
          <a:ln w="19050">
            <a:solidFill>
              <a:srgbClr val="D9D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5E6E5E"/>
                </a:solidFill>
                <a:latin typeface="Calibri"/>
              </a:defRPr>
            </a:pPr>
            <a:r>
              <a:rPr dirty="0"/>
              <a:t>Aim: connect local buyers and producers in one trusted digital marketplace with AI guidance, safer decisions, and faster sales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D2B1D"/>
                </a:solidFill>
                <a:latin typeface="Calibri"/>
              </a:defRPr>
            </a:pPr>
            <a:r>
              <a:t>Built for community commerce: simple onboarding, transparent ratings, seller analytics, and multilingual AI support (English and Swahili).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5935">
        <p159:morph option="byObject"/>
      </p:transition>
    </mc:Choice>
    <mc:Fallback>
      <p:transition spd="slow" advTm="1593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8A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1D"/>
                </a:solidFill>
                <a:latin typeface="Georgia"/>
              </a:defRPr>
            </a:pPr>
            <a:r>
              <a:t>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1018520" cy="4754880"/>
          </a:xfrm>
          <a:prstGeom prst="roundRect">
            <a:avLst/>
          </a:prstGeom>
          <a:solidFill>
            <a:srgbClr val="FFFDF6"/>
          </a:solidFill>
          <a:ln w="19050">
            <a:solidFill>
              <a:srgbClr val="D9D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Local producers struggle to reach reliable buyers beyond physical markets.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Buyers lack trusted product information, verified sellers, and clear delivery confidence.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Most community trade flows have weak data on demand, peak times, and buyer behavior.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Manual support and navigation create friction for new users and reduce transaction success.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17914">
        <p14:reveal/>
      </p:transition>
    </mc:Choice>
    <mc:Fallback>
      <p:transition spd="slow" advTm="17914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8A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1D"/>
                </a:solidFill>
                <a:latin typeface="Georgia"/>
              </a:defRPr>
            </a:pPr>
            <a:r>
              <a:t>Significance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1018520" cy="4754880"/>
          </a:xfrm>
          <a:prstGeom prst="roundRect">
            <a:avLst/>
          </a:prstGeom>
          <a:solidFill>
            <a:srgbClr val="FFFDF6"/>
          </a:solidFill>
          <a:ln w="19050">
            <a:solidFill>
              <a:srgbClr val="D9D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Agriculture and community production can scale when trust, visibility, and logistics are digitized.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A single marketplace reduces market fragmentation and improves fair price discovery.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Public ratings and post-delivery reviews protect buyers and reward reliable sellers.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Data-driven insights help small producers compete using evidence instead of guesswork.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6176">
        <p:fade/>
      </p:transition>
    </mc:Choice>
    <mc:Fallback>
      <p:transition spd="med" advTm="16176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8A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1D"/>
                </a:solidFill>
                <a:latin typeface="Georgia"/>
              </a:defRPr>
            </a:pPr>
            <a:r>
              <a:t>Solution: How Kiazala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1018520" cy="4754880"/>
          </a:xfrm>
          <a:prstGeom prst="roundRect">
            <a:avLst/>
          </a:prstGeom>
          <a:solidFill>
            <a:srgbClr val="FFFDF6"/>
          </a:solidFill>
          <a:ln w="19050">
            <a:solidFill>
              <a:srgbClr val="D9D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Role-based platform: Buyer, Seller, and Admin accounts with secure login and authorization.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Sellers list commodities with categories, price, quantity, images, and verification documents.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Buyers browse, filter, order, confirm delivery, then publish ratings and reviews.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Admin dashboard approves sellers, monitors activity, resolves issues, and enforces trust rules.</a:t>
            </a:r>
          </a:p>
        </p:txBody>
      </p:sp>
    </p:spTree>
  </p:cSld>
  <p:clrMapOvr>
    <a:masterClrMapping/>
  </p:clrMapOvr>
  <p:transition spd="slow" advTm="15421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8A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1D"/>
                </a:solidFill>
                <a:latin typeface="Georgia"/>
              </a:defRPr>
            </a:pPr>
            <a:r>
              <a:t>Where AI Is Leveraged (Gemini)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1018520" cy="4754880"/>
          </a:xfrm>
          <a:prstGeom prst="roundRect">
            <a:avLst/>
          </a:prstGeom>
          <a:solidFill>
            <a:srgbClr val="FFFDF6"/>
          </a:solidFill>
          <a:ln w="19050">
            <a:solidFill>
              <a:srgbClr val="D9D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Floating AI assistant guides users through any page action in natural language.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Card-level AI analysis interprets product/store details and product photos before purchase.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AI returns concise recommendations with risk signals and safer buy/hold guidance.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Seller AI insights convert buyer interaction data into practical sales actions and trend forecasts.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Responses are generated from the backend using the API key in .env and support English/Swahili.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20719">
        <p:cut/>
      </p:transition>
    </mc:Choice>
    <mc:Fallback>
      <p:transition advTm="20719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8A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1D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1018520" cy="4754880"/>
          </a:xfrm>
          <a:prstGeom prst="roundRect">
            <a:avLst/>
          </a:prstGeom>
          <a:solidFill>
            <a:srgbClr val="FFFDF6"/>
          </a:solidFill>
          <a:ln w="19050">
            <a:solidFill>
              <a:srgbClr val="D9D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Increase trusted local transactions between community buyers and producers.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Reduce failed purchases through clear product information and post-delivery accountability.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Help sellers improve stock planning and pricing using analytics and AI insights.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Provide an inclusive user experience with multilingual support and intuitive workflows.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9424">
        <p:split orient="vert"/>
      </p:transition>
    </mc:Choice>
    <mc:Fallback>
      <p:transition spd="slow" advTm="19424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8A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1D"/>
                </a:solidFill>
                <a:latin typeface="Georgia"/>
              </a:defRPr>
            </a:pPr>
            <a:r>
              <a:t>Importance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1018520" cy="4754880"/>
          </a:xfrm>
          <a:prstGeom prst="roundRect">
            <a:avLst/>
          </a:prstGeom>
          <a:solidFill>
            <a:srgbClr val="FFFDF6"/>
          </a:solidFill>
          <a:ln w="19050">
            <a:solidFill>
              <a:srgbClr val="D9D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33272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Creates digital market access for small sellers without requiring complex tools.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Builds marketplace trust through transparent reviews, ratings, and verified identities.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Improves decision quality for both buyers and sellers using multimodal AI.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rPr dirty="0"/>
              <a:t>Strengthens platform governance via role control, auditability, and admin oversight.</a:t>
            </a:r>
          </a:p>
        </p:txBody>
      </p:sp>
    </p:spTree>
  </p:cSld>
  <p:clrMapOvr>
    <a:masterClrMapping/>
  </p:clrMapOvr>
  <p:transition spd="slow" advTm="15835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8A5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B1D"/>
                </a:solidFill>
                <a:latin typeface="Georgia"/>
              </a:defRPr>
            </a:pPr>
            <a:r>
              <a:t>How It Helps People in Local Places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1018520" cy="4754880"/>
          </a:xfrm>
          <a:prstGeom prst="roundRect">
            <a:avLst/>
          </a:prstGeom>
          <a:solidFill>
            <a:srgbClr val="FFFDF6"/>
          </a:solidFill>
          <a:ln w="19050">
            <a:solidFill>
              <a:srgbClr val="D9D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Farmers and local producers gain wider visibility and more consistent demand.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Buyers access safer, better-informed purchasing with public seller performance history.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Community economies keep value local by connecting nearby supply and demand.</a:t>
            </a:r>
          </a:p>
          <a:p>
            <a:pPr>
              <a:spcAft>
                <a:spcPts val="1100"/>
              </a:spcAft>
              <a:defRPr sz="2300">
                <a:solidFill>
                  <a:srgbClr val="1D2B1D"/>
                </a:solidFill>
                <a:latin typeface="Calibri"/>
              </a:defRPr>
            </a:pPr>
            <a:r>
              <a:t>Practical analytics support better planning, less waste, and improved household income stability.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1417">
        <p:circle/>
      </p:transition>
    </mc:Choice>
    <mc:Fallback>
      <p:transition spd="slow" advTm="21417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467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JOHNSTONE SECHELE</cp:lastModifiedBy>
  <cp:revision>3</cp:revision>
  <dcterms:created xsi:type="dcterms:W3CDTF">2013-01-27T09:14:16Z</dcterms:created>
  <dcterms:modified xsi:type="dcterms:W3CDTF">2026-02-28T03:35:14Z</dcterms:modified>
  <cp:category/>
</cp:coreProperties>
</file>